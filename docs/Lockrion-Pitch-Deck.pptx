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8738" y="2076450"/>
            <a:ext cx="25241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8"/>
              </a:lnSpc>
              <a:buNone/>
            </a:pPr>
            <a:r>
              <a:rPr lang="en-US" sz="2280" b="1" spc="-91" kern="0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Lockrion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1328738" y="2690813"/>
            <a:ext cx="3281363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425" spc="-57" kern="0" dirty="0">
                <a:solidFill>
                  <a:srgbClr val="4F7C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Deterministic reward distribution on Solana</a:t>
            </a:r>
            <a:endParaRPr lang="en-US" sz="14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8738" y="2124075"/>
            <a:ext cx="66579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8"/>
              </a:lnSpc>
              <a:buNone/>
            </a:pPr>
            <a:r>
              <a:rPr lang="en-US" sz="2280" b="1" spc="-91" kern="0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DeFi rewards are broken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1328738" y="2700338"/>
            <a:ext cx="396716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425" spc="-57" kern="0" dirty="0">
                <a:solidFill>
                  <a:srgbClr val="4F7C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• You don’t know your return • You can’t evaluate risk • Incentives are unpredictable</a:t>
            </a:r>
            <a:endParaRPr lang="en-US" sz="14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8738" y="2124075"/>
            <a:ext cx="66579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8"/>
              </a:lnSpc>
              <a:buNone/>
            </a:pPr>
            <a:r>
              <a:rPr lang="en-US" sz="2280" b="1" spc="-91" kern="0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Deterministic finance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1328738" y="2690813"/>
            <a:ext cx="396716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425" spc="-57" kern="0" dirty="0">
                <a:solidFill>
                  <a:srgbClr val="4F7C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• Fixed reward pools • Predictable outcomes • Fully on-chain logic</a:t>
            </a:r>
            <a:endParaRPr lang="en-US" sz="14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8738" y="2124075"/>
            <a:ext cx="66579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8"/>
              </a:lnSpc>
              <a:buNone/>
            </a:pPr>
            <a:r>
              <a:rPr lang="en-US" sz="2280" b="1" spc="-91" kern="0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Production-grade protocol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1328738" y="2690813"/>
            <a:ext cx="4433888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425" spc="-57" kern="0" dirty="0">
                <a:solidFill>
                  <a:srgbClr val="4F7C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• Smart contract on Solana • Deterministic reward engine • 40+ tests covering all flows • Frontend + live demo</a:t>
            </a:r>
            <a:endParaRPr lang="en-US" sz="14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8738" y="2124075"/>
            <a:ext cx="66579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8"/>
              </a:lnSpc>
              <a:buNone/>
            </a:pPr>
            <a:r>
              <a:rPr lang="en-US" sz="2280" b="1" spc="-91" kern="0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Live demo available</a:t>
            </a:r>
            <a:endParaRPr lang="en-US" sz="22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8738" y="2124075"/>
            <a:ext cx="66579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8"/>
              </a:lnSpc>
              <a:buNone/>
            </a:pPr>
            <a:r>
              <a:rPr lang="en-US" sz="2280" b="1" spc="-91" kern="0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Target users: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1328738" y="2690813"/>
            <a:ext cx="44338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425" spc="-57" kern="0" dirty="0">
                <a:solidFill>
                  <a:srgbClr val="4F7C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• </a:t>
            </a:r>
            <a:pPr algn="l" indent="0" marL="0">
              <a:lnSpc>
                <a:spcPts val="2850"/>
              </a:lnSpc>
              <a:buNone/>
            </a:pPr>
            <a:r>
              <a:rPr lang="en-US" sz="1425" spc="-57" kern="0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DeFi</a:t>
            </a:r>
            <a:pPr algn="l" indent="0" marL="0">
              <a:lnSpc>
                <a:spcPts val="2850"/>
              </a:lnSpc>
              <a:buNone/>
            </a:pPr>
            <a:r>
              <a:rPr lang="en-US" sz="1425" spc="-57" kern="0" dirty="0">
                <a:solidFill>
                  <a:srgbClr val="4F7C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protocols • </a:t>
            </a:r>
            <a:pPr algn="l" indent="0" marL="0">
              <a:lnSpc>
                <a:spcPts val="2850"/>
              </a:lnSpc>
              <a:buNone/>
            </a:pPr>
            <a:r>
              <a:rPr lang="en-US" sz="1425" spc="-57" kern="0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DAOs</a:t>
            </a:r>
            <a:pPr algn="l" indent="0" marL="0">
              <a:lnSpc>
                <a:spcPts val="2850"/>
              </a:lnSpc>
              <a:buNone/>
            </a:pPr>
            <a:r>
              <a:rPr lang="en-US" sz="1425" spc="-57" kern="0" dirty="0">
                <a:solidFill>
                  <a:srgbClr val="4F7C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 • </a:t>
            </a:r>
            <a:pPr algn="l" indent="0" marL="0">
              <a:lnSpc>
                <a:spcPts val="2850"/>
              </a:lnSpc>
              <a:buNone/>
            </a:pPr>
            <a:r>
              <a:rPr lang="en-US" sz="1425" spc="-57" kern="0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Token</a:t>
            </a:r>
            <a:pPr algn="l" indent="0" marL="0">
              <a:lnSpc>
                <a:spcPts val="2850"/>
              </a:lnSpc>
              <a:buNone/>
            </a:pPr>
            <a:r>
              <a:rPr lang="en-US" sz="1425" spc="-57" kern="0" dirty="0">
                <a:solidFill>
                  <a:srgbClr val="4F7C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issuers</a:t>
            </a:r>
            <a:endParaRPr lang="en-US" sz="14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8738" y="2124075"/>
            <a:ext cx="66579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8"/>
              </a:lnSpc>
              <a:buNone/>
            </a:pPr>
            <a:r>
              <a:rPr lang="en-US" sz="2280" b="1" spc="-91" kern="0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Business Model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1328738" y="2690813"/>
            <a:ext cx="61483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425" spc="-57" kern="0" dirty="0">
                <a:solidFill>
                  <a:srgbClr val="4F7C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• Protocols use Lockrion to launch reward pools • Platform takes a fee per issuance • Scalable infrastructure for reward distribution</a:t>
            </a:r>
            <a:endParaRPr lang="en-US" sz="14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8738" y="2124075"/>
            <a:ext cx="66579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8"/>
              </a:lnSpc>
              <a:buNone/>
            </a:pPr>
            <a:r>
              <a:rPr lang="en-US" sz="2280" b="1" spc="-91" kern="0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How it works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1328738" y="2690813"/>
            <a:ext cx="6148388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425" spc="-57" kern="0" dirty="0">
                <a:solidFill>
                  <a:srgbClr val="4F7C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• Fixed reward pool is created • Users deposit into the pool • Rewards are calculated deterministically • Users claim predictable outcome</a:t>
            </a:r>
            <a:endParaRPr lang="en-US" sz="14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8738" y="2124075"/>
            <a:ext cx="66579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8"/>
              </a:lnSpc>
              <a:buNone/>
            </a:pPr>
            <a:r>
              <a:rPr lang="en-US" sz="2280" b="1" spc="-91" kern="0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Why me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1328738" y="2690813"/>
            <a:ext cx="6148388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425" spc="-57" kern="0" dirty="0">
                <a:solidFill>
                  <a:srgbClr val="4F7C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• Built full system end-to-end (contract + frontend) • Deep focus on deterministic models • Already working MVP • Built and deployed independently</a:t>
            </a:r>
            <a:endParaRPr lang="en-US" sz="14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8738" y="2124075"/>
            <a:ext cx="66579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8"/>
              </a:lnSpc>
              <a:buNone/>
            </a:pPr>
            <a:r>
              <a:rPr lang="en-US" sz="2280" b="1" spc="-91" kern="0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Why now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1328738" y="2690813"/>
            <a:ext cx="61483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425" spc="-57" kern="0" dirty="0">
                <a:solidFill>
                  <a:srgbClr val="4F7C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• DeFi needs predictable yield • Risk transparency is critical • Current models are unstable</a:t>
            </a:r>
            <a:endParaRPr lang="en-US" sz="14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8738" y="2124075"/>
            <a:ext cx="66579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8"/>
              </a:lnSpc>
              <a:buNone/>
            </a:pPr>
            <a:r>
              <a:rPr lang="en-US" sz="2280" b="1" spc="-91" kern="0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Lockrion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1328738" y="2690813"/>
            <a:ext cx="61483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425" spc="-57" kern="0" dirty="0">
                <a:solidFill>
                  <a:srgbClr val="4F7C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Deterministic Transparent Scalable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2026-03-21T12:32:23Z</dcterms:created>
  <dcterms:modified xsi:type="dcterms:W3CDTF">2026-03-21T12:32:23Z</dcterms:modified>
</cp:coreProperties>
</file>